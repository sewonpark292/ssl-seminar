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5"/>
  </p:notesMasterIdLst>
  <p:handoutMasterIdLst>
    <p:handoutMasterId r:id="rId6"/>
  </p:handoutMasterIdLst>
  <p:sldIdLst>
    <p:sldId id="256" r:id="rId2"/>
    <p:sldId id="459" r:id="rId3"/>
    <p:sldId id="287" r:id="rId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7"/>
      <p:bold r:id="rId8"/>
      <p:italic r:id="rId9"/>
      <p:boldItalic r:id="rId10"/>
    </p:embeddedFont>
    <p:embeddedFont>
      <p:font typeface="Montserrat Medium" panose="00000600000000000000" pitchFamily="2" charset="0"/>
      <p:regular r:id="rId11"/>
      <p:bold r:id="rId12"/>
      <p:italic r:id="rId13"/>
      <p:boldItalic r:id="rId14"/>
    </p:embeddedFont>
    <p:embeddedFont>
      <p:font typeface="맑은 고딕" panose="020B0503020000020004" pitchFamily="50" charset="-127"/>
      <p:regular r:id="rId15"/>
      <p:bold r:id="rId16"/>
    </p:embeddedFont>
    <p:embeddedFont>
      <p:font typeface="페이퍼로지 1 Thin" pitchFamily="2" charset="-127"/>
      <p:regular r:id="rId17"/>
    </p:embeddedFont>
    <p:embeddedFont>
      <p:font typeface="페이퍼로지 4 Regular" pitchFamily="2" charset="-127"/>
      <p:regular r:id="rId18"/>
    </p:embeddedFont>
    <p:embeddedFont>
      <p:font typeface="페이퍼로지 6 SemiBold" pitchFamily="2" charset="-127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E7DCC256-4942-4A3A-BC96-E5B114D737C5}">
          <p14:sldIdLst>
            <p14:sldId id="256"/>
            <p14:sldId id="459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F79709"/>
    <a:srgbClr val="ECAE14"/>
    <a:srgbClr val="B8A848"/>
    <a:srgbClr val="9933FF"/>
    <a:srgbClr val="B07202"/>
    <a:srgbClr val="8F981A"/>
    <a:srgbClr val="009900"/>
    <a:srgbClr val="FFFFFF"/>
    <a:srgbClr val="8DB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4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0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845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596BA54-76DD-97D0-723B-93E58C23FD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26CAB7-3D10-74C1-97A8-276C8A15A5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FC47D-9FCC-480E-ACDF-9F506E69D146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920443-FF7E-3452-D7B5-37E318E829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7ECD07-0052-F663-1216-4F818797AE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20669-782A-4696-96B0-7F8C74B21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194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E7CC908-24B1-4C22-F198-939F9BE0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E30B274-BAAB-7C57-730A-3C701D528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2BE3BA19-EB4E-4E69-B6C8-11B2E5926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044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6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6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1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1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6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1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8" lvl="0" indent="-31748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54" lvl="1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531" lvl="2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08" lvl="3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885" lvl="4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62" lvl="5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39" lvl="6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16" lvl="7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593" lvl="8" indent="-30478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1" y="1307101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1" y="367424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99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1" y="1348751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1" y="22854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1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599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1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1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1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1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2552" y="1096600"/>
            <a:ext cx="8238900" cy="38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/>
              <a:t>dd</a:t>
            </a:r>
          </a:p>
          <a:p>
            <a:r>
              <a:rPr lang="en-US"/>
              <a:t>d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82563" marR="0" lvl="0" indent="-30163" algn="l" defTabSz="360000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None/>
        <a:tabLst>
          <a:tab pos="180000" algn="l"/>
          <a:tab pos="270000" algn="l"/>
          <a:tab pos="630000" algn="l"/>
        </a:tabLst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L="609600" marR="0" lvl="1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L="1066800" marR="0" lvl="2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L="1524000" marR="0" lvl="3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1981200" marR="0" lvl="4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L="2438400" marR="0" lvl="5" indent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737886" y="1792800"/>
            <a:ext cx="7668231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6000"/>
              <a:t>PE</a:t>
            </a:r>
            <a:endParaRPr sz="6000"/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2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6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3F4E645-8E5D-0885-38BE-B0E0D86A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B77ABFA-72A5-398F-ABC1-A0FA5FA8093E}"/>
              </a:ext>
            </a:extLst>
          </p:cNvPr>
          <p:cNvSpPr txBox="1"/>
          <p:nvPr/>
        </p:nvSpPr>
        <p:spPr>
          <a:xfrm flipH="1">
            <a:off x="452550" y="666898"/>
            <a:ext cx="8118955" cy="435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791" lvl="2" indent="-177791" defTabSz="180000">
              <a:buSzPts val="1600"/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303CA392-038B-93CA-1B4F-20999BA4BD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603" y="121017"/>
            <a:ext cx="8118955" cy="38500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defTabSz="180000"/>
            <a:r>
              <a:rPr lang="en" altLang="ko-KR" sz="1600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sz="160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960A2-809A-F2D4-B015-BED1F94B0739}"/>
              </a:ext>
            </a:extLst>
          </p:cNvPr>
          <p:cNvCxnSpPr/>
          <p:nvPr/>
        </p:nvCxnSpPr>
        <p:spPr>
          <a:xfrm>
            <a:off x="407902" y="536404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962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1" y="1889641"/>
            <a:ext cx="8238900" cy="5616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599"/>
              <a:t>Thank you</a:t>
            </a:r>
            <a:endParaRPr sz="3599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4542</TotalTime>
  <Words>10</Words>
  <Application>Microsoft Office PowerPoint</Application>
  <PresentationFormat>화면 슬라이드 쇼(16:9)</PresentationFormat>
  <Paragraphs>10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Montserrat</vt:lpstr>
      <vt:lpstr>Montserrat Medium</vt:lpstr>
      <vt:lpstr>페이퍼로지 4 Regular</vt:lpstr>
      <vt:lpstr>페이퍼로지 6 SemiBold</vt:lpstr>
      <vt:lpstr>페이퍼로지 1 Thin</vt:lpstr>
      <vt:lpstr>맑은 고딕</vt:lpstr>
      <vt:lpstr>Arial</vt:lpstr>
      <vt:lpstr>Energy Infographics by Slidesgo</vt:lpstr>
      <vt:lpstr>PE</vt:lpstr>
      <vt:lpstr>Overview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921</cp:revision>
  <dcterms:created xsi:type="dcterms:W3CDTF">2026-02-25T09:00:40Z</dcterms:created>
  <dcterms:modified xsi:type="dcterms:W3CDTF">2026-03-25T03:50:41Z</dcterms:modified>
</cp:coreProperties>
</file>