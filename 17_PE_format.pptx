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1"/>
  </p:notesMasterIdLst>
  <p:handoutMasterIdLst>
    <p:handoutMasterId r:id="rId12"/>
  </p:handoutMasterIdLst>
  <p:sldIdLst>
    <p:sldId id="256" r:id="rId2"/>
    <p:sldId id="459" r:id="rId3"/>
    <p:sldId id="457" r:id="rId4"/>
    <p:sldId id="458" r:id="rId5"/>
    <p:sldId id="448" r:id="rId6"/>
    <p:sldId id="451" r:id="rId7"/>
    <p:sldId id="460" r:id="rId8"/>
    <p:sldId id="461" r:id="rId9"/>
    <p:sldId id="287" r:id="rId10"/>
  </p:sldIdLst>
  <p:sldSz cx="9144000" cy="5143500" type="screen16x9"/>
  <p:notesSz cx="6858000" cy="9144000"/>
  <p:embeddedFontLst>
    <p:embeddedFont>
      <p:font typeface="페이퍼로지 3 Light" pitchFamily="2" charset="-127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페이퍼로지 1 Thin" pitchFamily="2" charset="-127"/>
      <p:regular r:id="rId24"/>
    </p:embeddedFont>
    <p:embeddedFont>
      <p:font typeface="페이퍼로지 4 Regular" pitchFamily="2" charset="-127"/>
      <p:regular r:id="rId25"/>
    </p:embeddedFont>
    <p:embeddedFont>
      <p:font typeface="페이퍼로지 6 SemiBold" pitchFamily="2" charset="-127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E7DCC256-4942-4A3A-BC96-E5B114D737C5}">
          <p14:sldIdLst>
            <p14:sldId id="256"/>
            <p14:sldId id="459"/>
            <p14:sldId id="457"/>
            <p14:sldId id="458"/>
            <p14:sldId id="448"/>
            <p14:sldId id="451"/>
            <p14:sldId id="460"/>
            <p14:sldId id="461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F79709"/>
    <a:srgbClr val="ECAE14"/>
    <a:srgbClr val="B8A848"/>
    <a:srgbClr val="9933FF"/>
    <a:srgbClr val="B07202"/>
    <a:srgbClr val="8F981A"/>
    <a:srgbClr val="009900"/>
    <a:srgbClr val="FFFFFF"/>
    <a:srgbClr val="8DB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94660"/>
  </p:normalViewPr>
  <p:slideViewPr>
    <p:cSldViewPr snapToGrid="0">
      <p:cViewPr>
        <p:scale>
          <a:sx n="120" d="100"/>
          <a:sy n="120" d="100"/>
        </p:scale>
        <p:origin x="162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96BA54-76DD-97D0-723B-93E58C23F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6CAB7-3D10-74C1-97A8-276C8A15A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FC47D-9FCC-480E-ACDF-9F506E69D14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20443-FF7E-3452-D7B5-37E318E829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7ECD07-0052-F663-1216-4F818797AE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669-782A-4696-96B0-7F8C74B21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9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7CC908-24B1-4C22-F198-939F9BE0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E30B274-BAAB-7C57-730A-3C701D528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BE3BA19-EB4E-4E69-B6C8-11B2E5926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04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724ACD0-26D9-602D-C8E5-5743F687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AAAA1C3-2FE8-8943-AC4F-7606585C3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47FFBBB-4E63-7BB4-187E-C2560C7B6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9153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4EDB6F0-F518-1605-B5AF-2B18B67F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460D191-9A49-BE6E-0B8B-07A95B3ED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3E989F0-472D-4961-1626-3565F4A8F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618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6841DED-72E7-4BF8-61FF-2997B871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ADB1BD6-B4AF-EC90-ED80-FBF342D35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148740D-92B3-BB2E-6AC2-AC6BB50E8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3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0C4E41A-0E37-DBA5-A562-752CFCFA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5903A58-1C14-A464-C433-5035989BA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203F2B4-624C-0D81-25FF-8A774E4EB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https://learn.microsoft.com/en-us/windows/win32/debug/pe-format#characteristics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0674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D7FF7B3-AED5-2358-542D-AA41FC9C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F371BC7-4CA7-0AB4-E87A-A26E0070D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9C37A14-35C4-788C-150D-EC16F1CB3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340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80C7D66-E6DA-D12B-15C5-AD6666FC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539F6D2-A4E2-0830-7125-7750635FF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9A7B081-FAB6-D47D-24D0-7AB434D38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149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6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6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1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1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6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1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1" y="1307101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1" y="36742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1" y="1348751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1" y="2285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1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1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2552" y="1096600"/>
            <a:ext cx="8238900" cy="3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/>
              <a:t>dd</a:t>
            </a:r>
          </a:p>
          <a:p>
            <a:r>
              <a:rPr lang="en-US"/>
              <a:t>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82563" marR="0" lvl="0" indent="-30163" algn="l" defTabSz="360000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tabLst>
          <a:tab pos="180000" algn="l"/>
          <a:tab pos="270000" algn="l"/>
          <a:tab pos="630000" algn="l"/>
        </a:tabLst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609600" marR="0" lvl="1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66800" marR="0" lvl="2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1524000" marR="0" lvl="3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1981200" marR="0" lvl="4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L="2438400" marR="0" lvl="5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6" y="1792800"/>
            <a:ext cx="7668231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6000"/>
              <a:t>PE</a:t>
            </a:r>
            <a:endParaRPr sz="600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2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6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3F4E645-8E5D-0885-38BE-B0E0D86A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B77ABFA-72A5-398F-ABC1-A0FA5FA8093E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03CA392-038B-93CA-1B4F-20999BA4BD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960A2-809A-F2D4-B015-BED1F94B0739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96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5AF286A-D40E-7C64-131F-9C53F976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681EF65-A0E9-CB4A-26F7-C49CC388C31A}"/>
              </a:ext>
            </a:extLst>
          </p:cNvPr>
          <p:cNvSpPr txBox="1"/>
          <p:nvPr/>
        </p:nvSpPr>
        <p:spPr>
          <a:xfrm flipH="1">
            <a:off x="452551" y="885618"/>
            <a:ext cx="8111004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 OS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사용되는 실행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(Image File)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오브젝트 파일의 구조를 설명한다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실행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휴대용 실행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PE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(Portable Executable)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FILE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공통 오브젝트 파일 형식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COFF</a:t>
            </a:r>
            <a:r>
              <a:rPr lang="en-US" altLang="ko-KR" sz="800">
                <a:solidFill>
                  <a:schemeClr val="bg2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(Common Object File Format)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FILE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Portable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Excutable FILE ?</a:t>
            </a:r>
          </a:p>
          <a:p>
            <a:pPr marL="177791" lvl="3" indent="-177791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형식이 아키텍처에 종속되지 않는다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4655F97-9F92-2CF6-C15A-681503069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1004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5B2225-E967-29DA-1D04-4BC98A57D46B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46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167">
          <a:extLst>
            <a:ext uri="{FF2B5EF4-FFF2-40B4-BE49-F238E27FC236}">
              <a16:creationId xmlns:a16="http://schemas.microsoft.com/office/drawing/2014/main" id="{8C1F6C5C-6ACA-F070-C71F-F4BC623F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003BD45-1DCE-A13F-77EB-385FA1EBCCE8}"/>
              </a:ext>
            </a:extLst>
          </p:cNvPr>
          <p:cNvSpPr txBox="1"/>
          <p:nvPr/>
        </p:nvSpPr>
        <p:spPr>
          <a:xfrm flipH="1">
            <a:off x="452551" y="885618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356EA7B-196F-CC75-595F-5580105DF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058932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General</a:t>
            </a:r>
            <a:r>
              <a:rPr lang="ko-KR" altLang="en-US"/>
              <a:t> </a:t>
            </a:r>
            <a:r>
              <a:rPr lang="en-US" altLang="ko-KR"/>
              <a:t>Concepts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BF5FAF-2E59-B63E-81DA-0972C2FF3384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0195B8B-67A0-4994-5D7C-66E3C96B5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33900"/>
              </p:ext>
            </p:extLst>
          </p:nvPr>
        </p:nvGraphicFramePr>
        <p:xfrm>
          <a:off x="452548" y="966285"/>
          <a:ext cx="8058935" cy="3995999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726772">
                  <a:extLst>
                    <a:ext uri="{9D8B030D-6E8A-4147-A177-3AD203B41FA5}">
                      <a16:colId xmlns:a16="http://schemas.microsoft.com/office/drawing/2014/main" val="4121703567"/>
                    </a:ext>
                  </a:extLst>
                </a:gridCol>
                <a:gridCol w="6332163">
                  <a:extLst>
                    <a:ext uri="{9D8B030D-6E8A-4147-A177-3AD203B41FA5}">
                      <a16:colId xmlns:a16="http://schemas.microsoft.com/office/drawing/2014/main" val="3894057307"/>
                    </a:ext>
                  </a:extLst>
                </a:gridCol>
              </a:tblGrid>
              <a:tr h="24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Name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06683"/>
                  </a:ext>
                </a:extLst>
              </a:tr>
              <a:tr h="24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attribute certificate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이미지에 검증 가능한 정보를 연결하는데 사용되는 인증서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471151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date/time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stamp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PE or COFF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파일의 여러 위치에서 다양한 용도로 사용되는 스탬프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b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   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0xFFFFFFFF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인 경우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의미 있는 날짜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/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시간 스탬프를 나타내지 않음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161482"/>
                  </a:ext>
                </a:extLst>
              </a:tr>
              <a:tr h="4024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file pointer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Linker(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) or Loader(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에 의해 처리되기 이전에 파일 내에서의 항목 위치를 나타냄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  <a:b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1000">
                          <a:latin typeface="페이퍼로지 3 Light" pitchFamily="2" charset="-127"/>
                          <a:ea typeface="페이퍼로지 3 Light" pitchFamily="2" charset="-127"/>
                        </a:rPr>
                        <a:t>   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i.e.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디스크에 저장된 파일 내의 위치</a:t>
                      </a:r>
                      <a:endParaRPr lang="ko-KR" altLang="en-US" sz="7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96416"/>
                  </a:ext>
                </a:extLst>
              </a:tr>
              <a:tr h="24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linker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Microsoft Visual Studio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에  포함된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Linker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에 대한 참조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706804"/>
                  </a:ext>
                </a:extLst>
              </a:tr>
              <a:tr h="24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reserved, must be 0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Generators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해당 필드의 값이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이어야 함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 Consumers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해당 필드를 무시해야 함을 나타내는 필드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344849"/>
                  </a:ext>
                </a:extLst>
              </a:tr>
              <a:tr h="774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Relative Virtual Address (RVA)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RVA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항목이 메모리에 로드된 후의 주소이며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파일의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Base Address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를 뺀 값이다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b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</a:b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RVA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의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Item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들은 디스크 상의 파일 포인터 위치와 거의 항상 다르다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6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경우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, RVA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는 메모리 위치가 할당되지 않기 때문에 의미가 덜함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 경우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RVA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는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Section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내의 주소가 되며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링크 과정에서 재배치가 적용된다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505961"/>
                  </a:ext>
                </a:extLst>
              </a:tr>
              <a:tr h="789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section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PE or COFF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파일 내부 코드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or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데이터의 기본 단위를 섹션이라 함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e.g.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모든 코드는 단일 섹션에 결합될 수 있고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컴파일러 동작에 따라 각 함수가 자체 섹션을 차지할 수도 있다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</a:p>
                    <a:p>
                      <a:pPr marL="0" indent="182563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  섹션이 많을수록 파일 오버헤드는 증가하지만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링크는 코드를 더욱 선택적으로 링크할 수 있게 된다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marL="0" indent="182563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  섹션 내의 모든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raw data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는 연속적으로 로드되어야 함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marL="0" indent="182563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  또한 이미지 파일에는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.tls or .reloc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과 같이 특수한 목적을 가진 여러 섹션이 포함될 수 있다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909005"/>
                  </a:ext>
                </a:extLst>
              </a:tr>
              <a:tr h="6552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Virtual Address (VA)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RVA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와 동일하지만 이미지 파일의 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Base Address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를 빼지 않는 점이 다름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</a:p>
                    <a:p>
                      <a:pPr marL="0" indent="0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이 주소를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VA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라고 칭하는 이유는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Windows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가 물리적 메모리와는 별개로 각 프로세스마다 별도의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VA 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공간을 생성하기 때문</a:t>
                      </a:r>
                      <a:endParaRPr lang="en-US" altLang="ko-KR" sz="800">
                        <a:solidFill>
                          <a:schemeClr val="bg2">
                            <a:lumMod val="50000"/>
                          </a:schemeClr>
                        </a:solidFill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marL="0" indent="0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거의 모든 경우에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VA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는 단순 주소로 간주하면 된다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</a:p>
                    <a:p>
                      <a:pPr marL="0" indent="0" latinLnBrk="1"/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로더가 선호하는 위치에 이미지를 로드하지 않을 수 있기 때문에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VA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는 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RVA</a:t>
                      </a:r>
                      <a:r>
                        <a:rPr lang="ko-KR" altLang="en-US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만큼 예측 가능하지 않다</a:t>
                      </a:r>
                      <a:r>
                        <a:rPr lang="en-US" altLang="ko-KR" sz="8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페이퍼로지 3 Light" pitchFamily="2" charset="-127"/>
                          <a:ea typeface="페이퍼로지 3 Light" pitchFamily="2" charset="-127"/>
                        </a:rPr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12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34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EA6759E-7960-35E7-211C-BF1E2BCB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873B91C-909E-6802-49CF-058C977569DE}"/>
              </a:ext>
            </a:extLst>
          </p:cNvPr>
          <p:cNvSpPr txBox="1"/>
          <p:nvPr/>
        </p:nvSpPr>
        <p:spPr>
          <a:xfrm flipH="1">
            <a:off x="452551" y="885618"/>
            <a:ext cx="8097478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SzPts val="1600"/>
            </a:pP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PE </a:t>
            </a:r>
            <a:r>
              <a:rPr lang="ko-KR" altLang="en-US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헤더는 </a:t>
            </a: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Microsoft MS-DOS stub, PE signature, COFF </a:t>
            </a:r>
            <a:r>
              <a:rPr lang="ko-KR" altLang="en-US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헤더 및 </a:t>
            </a: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</a:t>
            </a:r>
            <a:r>
              <a:rPr lang="ko-KR" altLang="en-US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헤더로 구성 </a:t>
            </a:r>
            <a:r>
              <a:rPr lang="en-US" altLang="ko-KR" sz="1200">
                <a:solidFill>
                  <a:schemeClr val="accent3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 stub (Image Only)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환경에서 실행되는 유효한 애플리케이션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EXE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이미지의 맨 앞에 위치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&gt;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링커는 기본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여기에 배치함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stub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file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0x3C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위치에는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서명에 대한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offset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존재함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정보를 통해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Windows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 stub file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있더라도 이미지 파일을 제대로 실행 가능 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Signature (Image Only)</a:t>
            </a:r>
          </a:p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MS-DOS stub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이후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0x3C offset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PE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 이미지 파일임을 식별하는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4byte Signature</a:t>
            </a: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"PE\0\0" (2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개의 널 바이트가 후행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COFF File Header (Object &amp; Image)</a:t>
            </a: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오브젝트 파일의 시작 부분이나 이미지 파일 시그니처 바로 뒤에는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같은 형식의 표준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COFF File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Header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lvl="3">
              <a:buSzPts val="1600"/>
            </a:pPr>
            <a:r>
              <a:rPr lang="en-US" altLang="ko-KR" sz="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</a:p>
          <a:p>
            <a:pPr lvl="3">
              <a:buSzPts val="1600"/>
            </a:pPr>
            <a: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Win Loader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섹션 수 제한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96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 Header (Image Only)</a:t>
            </a:r>
          </a:p>
          <a:p>
            <a:pPr marL="182563" lvl="3" indent="-18256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모든 이미지 파일에는 로더에 정보를 제공하는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 Header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있다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헤더는 일부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특히 오브젝트 파일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에는 없다는 점에서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Optional(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선택적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하다는 의미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3" indent="-174625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*&gt;&gt;*Optional Header**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경우 크기가 고정되어 있지 않음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FAFA12B9-4D08-35FE-FEA9-93FEEEAA1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097478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File Headers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57F9F18-0424-D966-BCE8-4A0BB9347D81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AE4253A-29CA-197F-D350-A213A0B6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425" y="1191381"/>
            <a:ext cx="2721604" cy="138036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B349772-092B-D0A2-660D-FA5329C1A8EC}"/>
              </a:ext>
            </a:extLst>
          </p:cNvPr>
          <p:cNvSpPr/>
          <p:nvPr/>
        </p:nvSpPr>
        <p:spPr>
          <a:xfrm>
            <a:off x="6197600" y="1860550"/>
            <a:ext cx="203200" cy="6673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C74DC2-C3AC-B3C8-1A29-8B8321434827}"/>
              </a:ext>
            </a:extLst>
          </p:cNvPr>
          <p:cNvSpPr/>
          <p:nvPr/>
        </p:nvSpPr>
        <p:spPr>
          <a:xfrm>
            <a:off x="7947025" y="1860550"/>
            <a:ext cx="82550" cy="6673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265562B-A5C8-49F5-6C21-A0CA8DA8C846}"/>
              </a:ext>
            </a:extLst>
          </p:cNvPr>
          <p:cNvCxnSpPr>
            <a:cxnSpLocks/>
          </p:cNvCxnSpPr>
          <p:nvPr/>
        </p:nvCxnSpPr>
        <p:spPr>
          <a:xfrm>
            <a:off x="4097020" y="1924158"/>
            <a:ext cx="20675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래픽 11" descr="단색으로 채워진 무서워하는 얼굴 단색으로 채워진">
            <a:extLst>
              <a:ext uri="{FF2B5EF4-FFF2-40B4-BE49-F238E27FC236}">
                <a16:creationId xmlns:a16="http://schemas.microsoft.com/office/drawing/2014/main" id="{0686BD93-4B8F-4D93-B5DE-93DF6F34A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220" y="4350397"/>
            <a:ext cx="186857" cy="186857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9ECCC82-12DB-0F6B-A55E-12651E47DFFF}"/>
              </a:ext>
            </a:extLst>
          </p:cNvPr>
          <p:cNvCxnSpPr>
            <a:cxnSpLocks/>
          </p:cNvCxnSpPr>
          <p:nvPr/>
        </p:nvCxnSpPr>
        <p:spPr>
          <a:xfrm flipV="1">
            <a:off x="2814762" y="1924158"/>
            <a:ext cx="3349818" cy="4930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41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45C8F21-FF17-815D-89C2-E85748F3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D02AE1E-D283-EE20-3510-3163E9BC4B6E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4BFDC00-E8B5-86E2-3B16-428B75CD9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COFF File Header contents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167D3FB-CC5D-DA24-146A-4FCA494DE107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700A6BD-BCA9-2BA9-E337-00FF8A173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8003"/>
              </p:ext>
            </p:extLst>
          </p:nvPr>
        </p:nvGraphicFramePr>
        <p:xfrm>
          <a:off x="809708" y="1613176"/>
          <a:ext cx="7524584" cy="2433125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519485">
                  <a:extLst>
                    <a:ext uri="{9D8B030D-6E8A-4147-A177-3AD203B41FA5}">
                      <a16:colId xmlns:a16="http://schemas.microsoft.com/office/drawing/2014/main" val="1419212665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3160320595"/>
                    </a:ext>
                  </a:extLst>
                </a:gridCol>
                <a:gridCol w="1550504">
                  <a:extLst>
                    <a:ext uri="{9D8B030D-6E8A-4147-A177-3AD203B41FA5}">
                      <a16:colId xmlns:a16="http://schemas.microsoft.com/office/drawing/2014/main" val="3393409921"/>
                    </a:ext>
                  </a:extLst>
                </a:gridCol>
                <a:gridCol w="5017273">
                  <a:extLst>
                    <a:ext uri="{9D8B030D-6E8A-4147-A177-3AD203B41FA5}">
                      <a16:colId xmlns:a16="http://schemas.microsoft.com/office/drawing/2014/main" val="1423789129"/>
                    </a:ext>
                  </a:extLst>
                </a:gridCol>
              </a:tblGrid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Offset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Size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Field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632861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Machine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대상 기기 유형 식별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 x64, ARM64, etc. )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597838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NumberOfSections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섹션 수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 헤더 바로 뒤에 나오는 섹션 표의 크기를 나타냄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400727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TimeDateStamp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1970/1/1/00:00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이후 경과된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sec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07574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8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PointerToSymbolTable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COFF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심볼 테이블의 파일 오프셋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 </a:t>
                      </a: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COFF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가 없으면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79962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4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NumberOfSymbols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심볼 테이블의 항목 수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심볼 테이블 바로 다음에 오는 문자열 테이블의 위치를 찾는데 사용가능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135252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16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SizeOfOptionalHeader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실행 파일에는 필수적이지만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,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파일에는 필수가 아닌 선택적 헤더의 크기</a:t>
                      </a:r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오브젝트 파일의 경우 이 값은 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이어야 함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238829"/>
                  </a:ext>
                </a:extLst>
              </a:tr>
              <a:tr h="28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18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2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Characteristics</a:t>
                      </a:r>
                      <a:endParaRPr lang="ko-KR" altLang="en-US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페이퍼로지 3 Light" pitchFamily="2" charset="-127"/>
                          <a:ea typeface="페이퍼로지 3 Light" pitchFamily="2" charset="-127"/>
                        </a:rPr>
                        <a:t>파일의 속성을 나타내는 플래그</a:t>
                      </a:r>
                      <a:endParaRPr lang="en-US" altLang="ko-KR" sz="8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&gt; https://learn.microsoft.com/en-us/windows/win32/debug/pe-format#characteristics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72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76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88394FD-9FFC-2371-18BE-7236DD04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8F61B8F-985D-7346-79F9-4057A3B0DD23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Optional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Header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크게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가지로 분류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D2E4AED-4CCC-0BBD-CFE1-A614D4E8D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Optional Header contents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EB508FA-899E-81C4-36A0-9B466D08A4B6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A1AE87C-E03D-5D56-F765-434504284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85752"/>
              </p:ext>
            </p:extLst>
          </p:nvPr>
        </p:nvGraphicFramePr>
        <p:xfrm>
          <a:off x="858740" y="1255367"/>
          <a:ext cx="7442421" cy="148336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1363375">
                  <a:extLst>
                    <a:ext uri="{9D8B030D-6E8A-4147-A177-3AD203B41FA5}">
                      <a16:colId xmlns:a16="http://schemas.microsoft.com/office/drawing/2014/main" val="1891219461"/>
                    </a:ext>
                  </a:extLst>
                </a:gridCol>
                <a:gridCol w="1275156">
                  <a:extLst>
                    <a:ext uri="{9D8B030D-6E8A-4147-A177-3AD203B41FA5}">
                      <a16:colId xmlns:a16="http://schemas.microsoft.com/office/drawing/2014/main" val="83162696"/>
                    </a:ext>
                  </a:extLst>
                </a:gridCol>
                <a:gridCol w="1587930">
                  <a:extLst>
                    <a:ext uri="{9D8B030D-6E8A-4147-A177-3AD203B41FA5}">
                      <a16:colId xmlns:a16="http://schemas.microsoft.com/office/drawing/2014/main" val="2648376882"/>
                    </a:ext>
                  </a:extLst>
                </a:gridCol>
                <a:gridCol w="3215960">
                  <a:extLst>
                    <a:ext uri="{9D8B030D-6E8A-4147-A177-3AD203B41FA5}">
                      <a16:colId xmlns:a16="http://schemas.microsoft.com/office/drawing/2014/main" val="3504866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Offset(PE32 / PE32+)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Size(PE32 / PE32+)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Header Part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Desc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09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0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28 / 24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Standard Fields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UNIX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를 포함한 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COFF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구현에서 정의된 필드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596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28 / 24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68 / 88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Windows-specific Fields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Windows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특정 기능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(e.g. 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하위 시스템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을 지원하기 위한 추가 필드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47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96 / 112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var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Data directories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이미지 파일에 포함되어 운영체제에서 사용되는 특수 테이블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(e.g. import/export table)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의 주소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/</a:t>
                      </a:r>
                      <a:r>
                        <a:rPr lang="ko-KR" altLang="en-US" sz="900">
                          <a:latin typeface="페이퍼로지 3 Light" pitchFamily="2" charset="-127"/>
                          <a:ea typeface="페이퍼로지 3 Light" pitchFamily="2" charset="-127"/>
                        </a:rPr>
                        <a:t>크기 쌍이다</a:t>
                      </a:r>
                      <a:r>
                        <a:rPr lang="en-US" altLang="ko-KR" sz="900">
                          <a:latin typeface="페이퍼로지 3 Light" pitchFamily="2" charset="-127"/>
                          <a:ea typeface="페이퍼로지 3 Light" pitchFamily="2" charset="-127"/>
                        </a:rPr>
                        <a:t>.</a:t>
                      </a:r>
                      <a:endParaRPr lang="ko-KR" altLang="en-US" sz="9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064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12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792579A-DFAA-4CD5-EA40-0450E260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1AB33CE-E7E4-0E03-A63D-817046AFC2C7}"/>
              </a:ext>
            </a:extLst>
          </p:cNvPr>
          <p:cNvSpPr txBox="1"/>
          <p:nvPr/>
        </p:nvSpPr>
        <p:spPr>
          <a:xfrm flipH="1">
            <a:off x="452551" y="885618"/>
            <a:ext cx="8118955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5061680-A66F-B6AF-F910-5E909E533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21018"/>
            <a:ext cx="8118955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0B83822-87CC-E5B6-BE26-67F8BAFE4389}"/>
              </a:ext>
            </a:extLst>
          </p:cNvPr>
          <p:cNvCxnSpPr/>
          <p:nvPr/>
        </p:nvCxnSpPr>
        <p:spPr>
          <a:xfrm>
            <a:off x="387276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35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889641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99"/>
              <a:t>Thank you</a:t>
            </a:r>
            <a:endParaRPr sz="3599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4541</TotalTime>
  <Words>829</Words>
  <Application>Microsoft Office PowerPoint</Application>
  <PresentationFormat>화면 슬라이드 쇼(16:9)</PresentationFormat>
  <Paragraphs>124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페이퍼로지 3 Light</vt:lpstr>
      <vt:lpstr>페이퍼로지 1 Thin</vt:lpstr>
      <vt:lpstr>Montserrat</vt:lpstr>
      <vt:lpstr>Montserrat Medium</vt:lpstr>
      <vt:lpstr>페이퍼로지 6 SemiBold</vt:lpstr>
      <vt:lpstr>맑은 고딕</vt:lpstr>
      <vt:lpstr>페이퍼로지 4 Regular</vt:lpstr>
      <vt:lpstr>Arial</vt:lpstr>
      <vt:lpstr>Energy Infographics by Slidesgo</vt:lpstr>
      <vt:lpstr>PE</vt:lpstr>
      <vt:lpstr>Overview</vt:lpstr>
      <vt:lpstr>Overview</vt:lpstr>
      <vt:lpstr>General Concepts</vt:lpstr>
      <vt:lpstr>File Headers</vt:lpstr>
      <vt:lpstr>COFF File Header contents</vt:lpstr>
      <vt:lpstr>Optional Header contents</vt:lpstr>
      <vt:lpstr>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920</cp:revision>
  <dcterms:created xsi:type="dcterms:W3CDTF">2026-02-25T09:00:40Z</dcterms:created>
  <dcterms:modified xsi:type="dcterms:W3CDTF">2026-03-24T11:58:42Z</dcterms:modified>
</cp:coreProperties>
</file>